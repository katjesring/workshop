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78667" autoAdjust="0"/>
  </p:normalViewPr>
  <p:slideViewPr>
    <p:cSldViewPr snapToGrid="0">
      <p:cViewPr varScale="1">
        <p:scale>
          <a:sx n="95" d="100"/>
          <a:sy n="95" d="100"/>
        </p:scale>
        <p:origin x="1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D1D32A-73CA-4D05-91D7-26E423A57DDA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BCF50-DBA2-46F9-A98E-6847B4A98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41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dirty="0" err="1"/>
              <a:t>Vorstellen</a:t>
            </a:r>
            <a:r>
              <a:rPr lang="en-US" dirty="0"/>
              <a:t> </a:t>
            </a:r>
            <a:r>
              <a:rPr lang="en-US" dirty="0" err="1"/>
              <a:t>wer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sind</a:t>
            </a:r>
            <a:endParaRPr lang="en-US" dirty="0"/>
          </a:p>
          <a:p>
            <a:r>
              <a:rPr lang="en-US" dirty="0"/>
              <a:t>-</a:t>
            </a:r>
            <a:r>
              <a:rPr lang="en-US" dirty="0" err="1"/>
              <a:t>Klebeband</a:t>
            </a:r>
            <a:r>
              <a:rPr lang="en-US" dirty="0"/>
              <a:t> </a:t>
            </a:r>
            <a:r>
              <a:rPr lang="en-US" dirty="0" err="1"/>
              <a:t>rumgeben</a:t>
            </a:r>
            <a:r>
              <a:rPr lang="en-US" dirty="0"/>
              <a:t> </a:t>
            </a:r>
            <a:r>
              <a:rPr lang="en-US" dirty="0" err="1"/>
              <a:t>damit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jeder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Namensschildchen</a:t>
            </a:r>
            <a:r>
              <a:rPr lang="en-US" dirty="0"/>
              <a:t> </a:t>
            </a:r>
            <a:r>
              <a:rPr lang="en-US" dirty="0" err="1"/>
              <a:t>aufkleben</a:t>
            </a:r>
            <a:r>
              <a:rPr lang="en-US" dirty="0"/>
              <a:t> </a:t>
            </a:r>
            <a:r>
              <a:rPr lang="en-US" dirty="0" err="1"/>
              <a:t>kann</a:t>
            </a:r>
            <a:endParaRPr lang="en-US" dirty="0"/>
          </a:p>
          <a:p>
            <a:r>
              <a:rPr lang="en-US" dirty="0"/>
              <a:t>-Einen Icebreaker </a:t>
            </a:r>
            <a:r>
              <a:rPr lang="en-US" dirty="0" err="1"/>
              <a:t>einbauen</a:t>
            </a:r>
            <a:r>
              <a:rPr lang="en-US" dirty="0"/>
              <a:t>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BCF50-DBA2-46F9-A98E-6847B4A9852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1030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-Eine </a:t>
            </a:r>
            <a:r>
              <a:rPr lang="en-US" dirty="0" err="1"/>
              <a:t>Zeitkapsel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oft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Behälter</a:t>
            </a:r>
            <a:r>
              <a:rPr lang="en-US" dirty="0"/>
              <a:t> der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Gegenständen</a:t>
            </a:r>
            <a:r>
              <a:rPr lang="en-US" dirty="0"/>
              <a:t>, </a:t>
            </a:r>
            <a:r>
              <a:rPr lang="en-US" dirty="0" err="1"/>
              <a:t>Dokumenten</a:t>
            </a:r>
            <a:r>
              <a:rPr lang="en-US" dirty="0"/>
              <a:t> und </a:t>
            </a:r>
            <a:r>
              <a:rPr lang="en-US" dirty="0" err="1"/>
              <a:t>Erinnerungsstücken</a:t>
            </a:r>
            <a:r>
              <a:rPr lang="en-US" dirty="0"/>
              <a:t> </a:t>
            </a:r>
            <a:r>
              <a:rPr lang="en-US" dirty="0" err="1"/>
              <a:t>befüllt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und für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bestimmte</a:t>
            </a:r>
            <a:r>
              <a:rPr lang="en-US" dirty="0"/>
              <a:t> Zeit in der Zukunft </a:t>
            </a:r>
            <a:r>
              <a:rPr lang="en-US" dirty="0" err="1"/>
              <a:t>konversiert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. </a:t>
            </a:r>
            <a:r>
              <a:rPr lang="en-US" dirty="0" err="1"/>
              <a:t>Einblick</a:t>
            </a:r>
            <a:r>
              <a:rPr lang="en-US" dirty="0"/>
              <a:t> für </a:t>
            </a:r>
            <a:r>
              <a:rPr lang="en-US" dirty="0" err="1"/>
              <a:t>zukünftige</a:t>
            </a:r>
            <a:r>
              <a:rPr lang="en-US" dirty="0"/>
              <a:t> </a:t>
            </a:r>
            <a:r>
              <a:rPr lang="en-US" dirty="0" err="1"/>
              <a:t>Generationen</a:t>
            </a:r>
            <a:r>
              <a:rPr lang="en-US" dirty="0"/>
              <a:t> in das Leben und Kultur der </a:t>
            </a:r>
            <a:r>
              <a:rPr lang="en-US" dirty="0" err="1"/>
              <a:t>Gegenwart</a:t>
            </a:r>
            <a:r>
              <a:rPr lang="en-US" dirty="0"/>
              <a:t> </a:t>
            </a:r>
            <a:r>
              <a:rPr lang="en-US" dirty="0" err="1"/>
              <a:t>geben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-Wir </a:t>
            </a:r>
            <a:r>
              <a:rPr lang="en-US" dirty="0" err="1"/>
              <a:t>verbringen</a:t>
            </a:r>
            <a:r>
              <a:rPr lang="en-US" dirty="0"/>
              <a:t> den </a:t>
            </a:r>
            <a:r>
              <a:rPr lang="en-US" dirty="0" err="1"/>
              <a:t>heutigen</a:t>
            </a:r>
            <a:r>
              <a:rPr lang="en-US" dirty="0"/>
              <a:t> Tag </a:t>
            </a:r>
            <a:r>
              <a:rPr lang="en-US" dirty="0" err="1"/>
              <a:t>zusammen</a:t>
            </a:r>
            <a:r>
              <a:rPr lang="en-US" dirty="0"/>
              <a:t>: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erstellt</a:t>
            </a:r>
            <a:r>
              <a:rPr lang="en-US" dirty="0"/>
              <a:t> </a:t>
            </a:r>
            <a:r>
              <a:rPr lang="en-US" dirty="0" err="1"/>
              <a:t>Erinnerungsstücke</a:t>
            </a:r>
            <a:r>
              <a:rPr lang="en-US" dirty="0"/>
              <a:t> in Form von Fotos, Videos, 3D Scans, </a:t>
            </a:r>
            <a:r>
              <a:rPr lang="en-US" dirty="0" err="1"/>
              <a:t>Audioaufnahmen</a:t>
            </a:r>
            <a:r>
              <a:rPr lang="en-US" dirty="0"/>
              <a:t> und </a:t>
            </a:r>
            <a:r>
              <a:rPr lang="en-US" dirty="0" err="1"/>
              <a:t>Texten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eure</a:t>
            </a:r>
            <a:r>
              <a:rPr lang="en-US" dirty="0"/>
              <a:t> Gedanken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bestimmten</a:t>
            </a:r>
            <a:r>
              <a:rPr lang="en-US" dirty="0"/>
              <a:t> </a:t>
            </a:r>
            <a:r>
              <a:rPr lang="en-US" dirty="0" err="1"/>
              <a:t>Themen</a:t>
            </a:r>
            <a:r>
              <a:rPr lang="en-US" dirty="0"/>
              <a:t> der </a:t>
            </a:r>
            <a:r>
              <a:rPr lang="en-US" dirty="0" err="1"/>
              <a:t>Gegenwart</a:t>
            </a:r>
            <a:r>
              <a:rPr lang="en-US" dirty="0"/>
              <a:t> und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in der Zukunft </a:t>
            </a:r>
            <a:r>
              <a:rPr lang="en-US" dirty="0" err="1"/>
              <a:t>erwünscht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befürchtet</a:t>
            </a:r>
            <a:r>
              <a:rPr lang="en-US" dirty="0"/>
              <a:t> und </a:t>
            </a:r>
            <a:r>
              <a:rPr lang="en-US" dirty="0" err="1"/>
              <a:t>fügt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dinge in Form </a:t>
            </a:r>
            <a:r>
              <a:rPr lang="en-US" dirty="0" err="1"/>
              <a:t>einer</a:t>
            </a:r>
            <a:r>
              <a:rPr lang="en-US" dirty="0"/>
              <a:t> Website </a:t>
            </a:r>
            <a:r>
              <a:rPr lang="en-US" dirty="0" err="1"/>
              <a:t>zusammen</a:t>
            </a:r>
            <a:r>
              <a:rPr lang="en-US" dirty="0"/>
              <a:t>. Die Website </a:t>
            </a:r>
            <a:r>
              <a:rPr lang="en-US" dirty="0" err="1"/>
              <a:t>dient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Zeitkapsel</a:t>
            </a:r>
            <a:r>
              <a:rPr lang="en-US" dirty="0"/>
              <a:t> – </a:t>
            </a:r>
            <a:r>
              <a:rPr lang="en-US" dirty="0" err="1"/>
              <a:t>ihr</a:t>
            </a:r>
            <a:r>
              <a:rPr lang="en-US" dirty="0"/>
              <a:t> fang die </a:t>
            </a:r>
            <a:r>
              <a:rPr lang="en-US" dirty="0" err="1"/>
              <a:t>Gegenwart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.  Das </a:t>
            </a:r>
            <a:r>
              <a:rPr lang="en-US" dirty="0" err="1"/>
              <a:t>Endergbnise</a:t>
            </a:r>
            <a:r>
              <a:rPr lang="en-US" dirty="0"/>
              <a:t> </a:t>
            </a:r>
            <a:r>
              <a:rPr lang="en-US" dirty="0" err="1"/>
              <a:t>könnt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alle </a:t>
            </a:r>
            <a:r>
              <a:rPr lang="en-US" dirty="0" err="1"/>
              <a:t>mitnehmen</a:t>
            </a:r>
            <a:r>
              <a:rPr lang="en-US" dirty="0"/>
              <a:t>, und </a:t>
            </a:r>
            <a:r>
              <a:rPr lang="en-US" dirty="0" err="1"/>
              <a:t>weiterbearbeiten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tatsächlich</a:t>
            </a:r>
            <a:r>
              <a:rPr lang="en-US" dirty="0"/>
              <a:t> erst in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paar</a:t>
            </a:r>
            <a:r>
              <a:rPr lang="en-US" dirty="0"/>
              <a:t> Jahren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anschauen</a:t>
            </a:r>
            <a:r>
              <a:rPr lang="en-US" dirty="0"/>
              <a:t> und </a:t>
            </a:r>
            <a:r>
              <a:rPr lang="en-US" dirty="0" err="1"/>
              <a:t>eure</a:t>
            </a:r>
            <a:r>
              <a:rPr lang="en-US" dirty="0"/>
              <a:t> Gedanken </a:t>
            </a:r>
            <a:r>
              <a:rPr lang="en-US" dirty="0" err="1"/>
              <a:t>sehen</a:t>
            </a:r>
            <a:r>
              <a:rPr lang="en-US" dirty="0"/>
              <a:t>.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könnt</a:t>
            </a:r>
            <a:r>
              <a:rPr lang="en-US" dirty="0"/>
              <a:t> den Code </a:t>
            </a:r>
            <a:r>
              <a:rPr lang="en-US" dirty="0" err="1"/>
              <a:t>auch</a:t>
            </a:r>
            <a:r>
              <a:rPr lang="en-US" dirty="0"/>
              <a:t> für </a:t>
            </a:r>
            <a:r>
              <a:rPr lang="en-US" dirty="0" err="1"/>
              <a:t>zukünftige</a:t>
            </a:r>
            <a:r>
              <a:rPr lang="en-US" dirty="0"/>
              <a:t> </a:t>
            </a:r>
            <a:r>
              <a:rPr lang="en-US" dirty="0" err="1"/>
              <a:t>Präsentationen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 </a:t>
            </a:r>
            <a:r>
              <a:rPr lang="en-US" dirty="0" err="1"/>
              <a:t>nutzen</a:t>
            </a:r>
            <a:r>
              <a:rPr lang="en-US" dirty="0"/>
              <a:t>.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BCF50-DBA2-46F9-A98E-6847B4A9852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5730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696B8F-3A4E-B6AF-5E60-C2EE453DB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77A1D1B-3E3F-B271-6716-53145673C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073937-2ABE-854C-A9DB-F7EB920D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06B873-5182-F734-9E37-7339924E3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2CB544-3E69-6727-37DE-A3475A83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397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016CB9-07FE-7A32-EDA8-D31ED2981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5E471D-67BD-40A3-4A57-1A93D075D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BD1860-81B7-3D68-8BE9-94479E64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AC30B9-821B-BE2E-E96E-434119F05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DD70F7-D6C4-74EC-7488-F6C88A581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593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EDE9C-185A-5B9D-2C2D-0E73B6D1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4F52B7-3A25-4403-FC20-CBCBD5B05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CEE226-B0D3-6293-7D55-5B7BBC38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9721CE-3FA8-81E3-2D0C-01A600909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5E8F68-7D13-4C37-7BA8-EC9A041C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63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C9E5A-F363-3E33-81B5-31BAAB22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0CC419-0B2D-9E5F-B007-EA58A995C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7B83EB-C4A8-CF23-DF0B-DD732EB33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1BCEB6-5038-6C4B-DB8B-1126BBAA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ECBD29-CEE3-21E1-D6CF-612B2945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474946-96E1-446C-220A-16C32BBA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293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13A509-1974-E9C7-AED7-FBC4DCC66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81FAF1-1EA4-0F9A-5E1D-7008390DB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12925B-C928-1F22-654F-1F20C6D78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AE61B4-2A14-4739-37B1-B44DD8B61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7599F8E-6D17-5CCF-F8C3-91F8E9F73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17C9975-ACC2-2580-C651-174AFB18B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12E067-0EA9-52EE-0CEC-621BDFA4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78DF52E-A8C1-83AD-FA90-DAE14905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6148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DD974E-809B-C4AB-FE2D-A745BB0C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E9B7E40-7251-5577-6A61-529EBAD5F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FF4766-C46C-B383-ED3A-9658B1E2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F2F7F2-E359-0DEC-7AC8-74A1E438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18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D8848E2-614A-20DF-7DF1-308ADACC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044A4D-0CCC-E63B-107E-8504E45DB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CE54F4-965A-85CE-F351-94CE49CE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9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26E255-2332-7DF1-A5A7-A2FD29143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C77F74-3FE4-DDA8-8196-1A16BCF33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0C85D8-D401-8DB9-D004-D99A46C0E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A7E432-3B78-6B65-E46C-E31B6665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AFDCF9-9531-2BB0-EA77-CFDEC157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A4A1C8-D947-F960-1336-5FB2DB29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913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04A9C-0EA6-F1D0-E93B-E1BF0751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29B539B-63C2-32C1-712F-C8C81D03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257467-0E23-6DC3-5581-6807F6319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3A8FA0-999B-91D0-7194-0BB503B9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85D83F-4771-D5F8-5F80-79607C99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79C324-BD56-BC23-A335-32E80132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1328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B5C2C-3221-7040-384E-B317D9E57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9F4D9D-7958-6637-4191-74AC2CA46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F4B2B3-C094-731A-E6C0-4C509940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27E7B3-69AF-B186-5316-C182FAD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3EB45C-8E35-23D5-C61F-F882554C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424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16A58C-DC39-4526-A474-4DB04F6D8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37C389-5DC1-4674-9A68-4893CAB4E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3D276-775B-7974-9B08-7C758D7E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EB09F0-FC1A-3154-072A-D5E52CE5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09107E-889E-84F6-D04A-AD090240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173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480BE1-5F18-A1EF-A089-70F6ED5E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F0D532-2931-75D4-806C-3288D9F71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512825-2AB4-CDEB-2FA6-32216316A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46F0A-7134-4720-B3F2-831591A99398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4D97AB-EDDD-4AFF-16ED-B580400B5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01C346-C99A-E259-6545-C2F3D2E6C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570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1628C2-6295-9376-DE26-4B0555AE80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Willkommen</a:t>
            </a:r>
            <a:r>
              <a:rPr lang="en-US" dirty="0"/>
              <a:t> an der Hochschule Düsseldorf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F6C11A-1B61-7A48-8FDA-B0690686D8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Workshop </a:t>
            </a:r>
            <a:r>
              <a:rPr lang="en-US" dirty="0" err="1"/>
              <a:t>Medieninformatik</a:t>
            </a:r>
            <a:r>
              <a:rPr lang="en-US" dirty="0"/>
              <a:t> </a:t>
            </a:r>
          </a:p>
          <a:p>
            <a:r>
              <a:rPr lang="en-US" dirty="0" err="1"/>
              <a:t>Zeitkapsel</a:t>
            </a:r>
            <a:r>
              <a:rPr lang="en-US" dirty="0"/>
              <a:t>, ich </a:t>
            </a:r>
            <a:r>
              <a:rPr lang="en-US" dirty="0" err="1"/>
              <a:t>im</a:t>
            </a:r>
            <a:r>
              <a:rPr lang="en-US" dirty="0"/>
              <a:t> morgen</a:t>
            </a:r>
          </a:p>
        </p:txBody>
      </p:sp>
    </p:spTree>
    <p:extLst>
      <p:ext uri="{BB962C8B-B14F-4D97-AF65-F5344CB8AC3E}">
        <p14:creationId xmlns:p14="http://schemas.microsoft.com/office/powerpoint/2010/main" val="14861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2AA507-EE30-FE0E-CD4D-8D71DA03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Zeitkapsel</a:t>
            </a:r>
            <a:r>
              <a:rPr lang="en-US" dirty="0"/>
              <a:t> – ich </a:t>
            </a:r>
            <a:r>
              <a:rPr lang="en-US" dirty="0" err="1"/>
              <a:t>im</a:t>
            </a:r>
            <a:r>
              <a:rPr lang="en-US" dirty="0"/>
              <a:t> morgen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61B927-7902-5EC0-F6BF-C4FEC6885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Zeitkapsel</a:t>
            </a:r>
            <a:r>
              <a:rPr lang="en-US" dirty="0"/>
              <a:t>?</a:t>
            </a:r>
          </a:p>
          <a:p>
            <a:r>
              <a:rPr lang="en-US" dirty="0"/>
              <a:t>Was </a:t>
            </a:r>
            <a:r>
              <a:rPr lang="en-US" dirty="0" err="1"/>
              <a:t>machen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heute</a:t>
            </a:r>
            <a:r>
              <a:rPr lang="en-US" dirty="0"/>
              <a:t> </a:t>
            </a:r>
            <a:r>
              <a:rPr lang="en-US" dirty="0" err="1"/>
              <a:t>zusammen</a:t>
            </a:r>
            <a:r>
              <a:rPr lang="en-US" dirty="0"/>
              <a:t>?</a:t>
            </a:r>
          </a:p>
          <a:p>
            <a:r>
              <a:rPr lang="en-US" dirty="0"/>
              <a:t>Wir </a:t>
            </a:r>
            <a:r>
              <a:rPr lang="en-US" dirty="0" err="1"/>
              <a:t>verbringen</a:t>
            </a:r>
            <a:r>
              <a:rPr lang="en-US" dirty="0"/>
              <a:t> den Tag </a:t>
            </a:r>
            <a:r>
              <a:rPr lang="en-US" dirty="0" err="1"/>
              <a:t>zusammen</a:t>
            </a:r>
            <a:r>
              <a:rPr lang="en-US" dirty="0"/>
              <a:t> und </a:t>
            </a:r>
            <a:r>
              <a:rPr lang="en-US" dirty="0" err="1"/>
              <a:t>halten</a:t>
            </a:r>
            <a:r>
              <a:rPr lang="en-US" dirty="0"/>
              <a:t> </a:t>
            </a:r>
            <a:r>
              <a:rPr lang="en-US" dirty="0" err="1"/>
              <a:t>ihn</a:t>
            </a:r>
            <a:r>
              <a:rPr lang="en-US" dirty="0"/>
              <a:t> in Form von Fotos, Videos, 3D Scans und </a:t>
            </a:r>
            <a:r>
              <a:rPr lang="en-US" dirty="0" err="1"/>
              <a:t>Texten</a:t>
            </a:r>
            <a:r>
              <a:rPr lang="en-US" dirty="0"/>
              <a:t> fest – die </a:t>
            </a:r>
            <a:r>
              <a:rPr lang="en-US" dirty="0" err="1"/>
              <a:t>Gegenwart</a:t>
            </a:r>
            <a:r>
              <a:rPr lang="en-US" dirty="0"/>
              <a:t> </a:t>
            </a:r>
            <a:r>
              <a:rPr lang="en-US" dirty="0" err="1"/>
              <a:t>eingefangen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 </a:t>
            </a:r>
            <a:r>
              <a:rPr lang="en-US" dirty="0" err="1"/>
              <a:t>Zeitkapsel</a:t>
            </a:r>
            <a:r>
              <a:rPr lang="en-US" dirty="0"/>
              <a:t> in form </a:t>
            </a:r>
            <a:r>
              <a:rPr lang="en-US" dirty="0" err="1"/>
              <a:t>eurer</a:t>
            </a:r>
            <a:r>
              <a:rPr lang="en-US" dirty="0"/>
              <a:t> </a:t>
            </a:r>
            <a:r>
              <a:rPr lang="en-US" dirty="0" err="1"/>
              <a:t>eigenen</a:t>
            </a:r>
            <a:r>
              <a:rPr lang="en-US" dirty="0"/>
              <a:t> Website</a:t>
            </a:r>
          </a:p>
          <a:p>
            <a:r>
              <a:rPr lang="en-US" dirty="0" err="1"/>
              <a:t>Nehmt</a:t>
            </a:r>
            <a:r>
              <a:rPr lang="en-US" dirty="0"/>
              <a:t> </a:t>
            </a:r>
            <a:r>
              <a:rPr lang="en-US" dirty="0" err="1"/>
              <a:t>euch</a:t>
            </a:r>
            <a:r>
              <a:rPr lang="en-US" dirty="0"/>
              <a:t> Platz </a:t>
            </a:r>
            <a:r>
              <a:rPr lang="en-US" dirty="0" err="1"/>
              <a:t>im</a:t>
            </a:r>
            <a:r>
              <a:rPr lang="en-US" dirty="0"/>
              <a:t> Internet </a:t>
            </a:r>
            <a:r>
              <a:rPr lang="en-US" dirty="0" err="1"/>
              <a:t>zurück</a:t>
            </a:r>
            <a:r>
              <a:rPr lang="en-US" dirty="0"/>
              <a:t>, auf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eigenen</a:t>
            </a:r>
            <a:r>
              <a:rPr lang="en-US" dirty="0"/>
              <a:t> Website </a:t>
            </a:r>
            <a:r>
              <a:rPr lang="en-US" dirty="0" err="1"/>
              <a:t>könnt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euch</a:t>
            </a:r>
            <a:r>
              <a:rPr lang="en-US" dirty="0"/>
              <a:t> und </a:t>
            </a:r>
            <a:r>
              <a:rPr lang="en-US" dirty="0" err="1"/>
              <a:t>eure</a:t>
            </a:r>
            <a:r>
              <a:rPr lang="en-US" dirty="0"/>
              <a:t> Gedanken </a:t>
            </a:r>
            <a:r>
              <a:rPr lang="en-US" dirty="0" err="1"/>
              <a:t>darstellen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wollt</a:t>
            </a:r>
            <a:r>
              <a:rPr lang="en-US" dirty="0"/>
              <a:t>, </a:t>
            </a:r>
            <a:r>
              <a:rPr lang="en-US" dirty="0" err="1"/>
              <a:t>ohne</a:t>
            </a:r>
            <a:r>
              <a:rPr lang="en-US" dirty="0"/>
              <a:t> </a:t>
            </a:r>
            <a:r>
              <a:rPr lang="en-US" dirty="0" err="1"/>
              <a:t>vorgegebene</a:t>
            </a:r>
            <a:r>
              <a:rPr lang="en-US" dirty="0"/>
              <a:t> Raster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685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2F57A-C0FC-1054-C703-21AF00D9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Ablauf</a:t>
            </a:r>
            <a:r>
              <a:rPr lang="en-US" dirty="0"/>
              <a:t> des Tages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DC59F7-2974-0017-471D-5AAE93674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Drei </a:t>
            </a:r>
            <a:r>
              <a:rPr lang="en-US" dirty="0" err="1"/>
              <a:t>Phasen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Videos und Fotos </a:t>
            </a:r>
            <a:r>
              <a:rPr lang="en-US" dirty="0" err="1"/>
              <a:t>machen</a:t>
            </a:r>
            <a:r>
              <a:rPr lang="en-US" dirty="0"/>
              <a:t> auf dem Campus </a:t>
            </a:r>
            <a:r>
              <a:rPr lang="en-US" dirty="0" err="1"/>
              <a:t>erstellen</a:t>
            </a:r>
            <a:r>
              <a:rPr lang="en-US" dirty="0"/>
              <a:t>, 3D Scans </a:t>
            </a:r>
            <a:r>
              <a:rPr lang="en-US" dirty="0" err="1"/>
              <a:t>umwandeln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Speculative Thinking, </a:t>
            </a:r>
            <a:r>
              <a:rPr lang="en-US" dirty="0" err="1"/>
              <a:t>Fragen</a:t>
            </a:r>
            <a:r>
              <a:rPr lang="en-US" dirty="0"/>
              <a:t> der Zukunft und </a:t>
            </a:r>
            <a:r>
              <a:rPr lang="en-US" dirty="0" err="1"/>
              <a:t>Gegenwart</a:t>
            </a:r>
            <a:r>
              <a:rPr lang="en-US" dirty="0"/>
              <a:t> </a:t>
            </a:r>
            <a:r>
              <a:rPr lang="en-US" dirty="0" err="1"/>
              <a:t>beantworten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Generierten</a:t>
            </a:r>
            <a:r>
              <a:rPr lang="en-US" dirty="0"/>
              <a:t> Content in der Website </a:t>
            </a:r>
            <a:r>
              <a:rPr lang="en-US" dirty="0" err="1"/>
              <a:t>einfügen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78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1BBC6-8321-76C1-E7F2-972230DB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 </a:t>
            </a:r>
            <a:r>
              <a:rPr lang="en-US" dirty="0" err="1"/>
              <a:t>Ergebnis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FF39C9-9B45-C90D-85C4-EFF10F3C8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 Website </a:t>
            </a:r>
            <a:r>
              <a:rPr lang="en-US" dirty="0" err="1"/>
              <a:t>zeigen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575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0450A9-7458-BE38-8EA7-356FF203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Scans </a:t>
            </a:r>
            <a:r>
              <a:rPr lang="en-US" dirty="0" err="1"/>
              <a:t>erstellen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84BF64-836F-01DF-F51F-1C7E0DBFD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Movement (3 </a:t>
            </a:r>
            <a:r>
              <a:rPr lang="en-US" dirty="0" err="1"/>
              <a:t>Ebenen</a:t>
            </a:r>
            <a:r>
              <a:rPr lang="en-US" dirty="0"/>
              <a:t> </a:t>
            </a:r>
            <a:r>
              <a:rPr lang="en-US" dirty="0" err="1"/>
              <a:t>visualisieren</a:t>
            </a:r>
            <a:r>
              <a:rPr lang="en-US" dirty="0"/>
              <a:t> </a:t>
            </a:r>
            <a:r>
              <a:rPr lang="en-US" dirty="0" err="1"/>
              <a:t>einmal</a:t>
            </a:r>
            <a:r>
              <a:rPr lang="en-US" dirty="0"/>
              <a:t> am </a:t>
            </a:r>
            <a:r>
              <a:rPr lang="en-US" dirty="0" err="1"/>
              <a:t>objekt</a:t>
            </a:r>
            <a:r>
              <a:rPr lang="en-US" dirty="0"/>
              <a:t> </a:t>
            </a:r>
            <a:r>
              <a:rPr lang="en-US" dirty="0" err="1"/>
              <a:t>einmal</a:t>
            </a:r>
            <a:r>
              <a:rPr lang="en-US" dirty="0"/>
              <a:t> an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raum</a:t>
            </a:r>
            <a:r>
              <a:rPr lang="en-US" dirty="0"/>
              <a:t>)</a:t>
            </a:r>
          </a:p>
          <a:p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ebenen</a:t>
            </a:r>
            <a:r>
              <a:rPr lang="en-US" dirty="0"/>
              <a:t> </a:t>
            </a:r>
            <a:r>
              <a:rPr lang="en-US" dirty="0" err="1"/>
              <a:t>bildlich</a:t>
            </a:r>
            <a:r>
              <a:rPr lang="en-US" dirty="0"/>
              <a:t> </a:t>
            </a:r>
            <a:r>
              <a:rPr lang="en-US" dirty="0" err="1"/>
              <a:t>vorstellen</a:t>
            </a:r>
            <a:r>
              <a:rPr lang="en-US" dirty="0"/>
              <a:t> und </a:t>
            </a:r>
            <a:r>
              <a:rPr lang="en-US" dirty="0" err="1"/>
              <a:t>langsam</a:t>
            </a:r>
            <a:r>
              <a:rPr lang="en-US" dirty="0"/>
              <a:t> lang </a:t>
            </a:r>
            <a:r>
              <a:rPr lang="en-US" dirty="0" err="1"/>
              <a:t>gehen</a:t>
            </a:r>
            <a:endParaRPr lang="en-US" dirty="0"/>
          </a:p>
          <a:p>
            <a:r>
              <a:rPr lang="en-US" dirty="0"/>
              <a:t>Menschen </a:t>
            </a:r>
            <a:r>
              <a:rPr lang="en-US" dirty="0" err="1"/>
              <a:t>aufnehmen</a:t>
            </a:r>
            <a:r>
              <a:rPr lang="en-US" dirty="0"/>
              <a:t> (</a:t>
            </a:r>
            <a:r>
              <a:rPr lang="en-US" dirty="0" err="1"/>
              <a:t>visualisierung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9375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78C819-2A51-263A-B7C9-ACF8AEAA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A0A2C0-23A7-FBCA-4F12-6791F872C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Kamera </a:t>
            </a:r>
            <a:r>
              <a:rPr lang="en-US" dirty="0" err="1"/>
              <a:t>Einstellungen</a:t>
            </a:r>
            <a:r>
              <a:rPr lang="en-US" dirty="0"/>
              <a:t> (slow motion, fps </a:t>
            </a:r>
            <a:r>
              <a:rPr lang="en-US" dirty="0" err="1"/>
              <a:t>zahl</a:t>
            </a:r>
            <a:r>
              <a:rPr lang="en-US" dirty="0"/>
              <a:t>, </a:t>
            </a:r>
            <a:r>
              <a:rPr lang="en-US" dirty="0" err="1"/>
              <a:t>weitwinkel</a:t>
            </a:r>
            <a:r>
              <a:rPr lang="en-US" dirty="0"/>
              <a:t>)</a:t>
            </a:r>
          </a:p>
          <a:p>
            <a:r>
              <a:rPr lang="en-US" dirty="0"/>
              <a:t> </a:t>
            </a:r>
            <a:r>
              <a:rPr lang="en-US" dirty="0" err="1"/>
              <a:t>generelle</a:t>
            </a:r>
            <a:r>
              <a:rPr lang="en-US" dirty="0"/>
              <a:t> </a:t>
            </a:r>
            <a:r>
              <a:rPr lang="en-US" dirty="0" err="1"/>
              <a:t>Einstellungen</a:t>
            </a:r>
            <a:r>
              <a:rPr lang="en-US" dirty="0"/>
              <a:t> (</a:t>
            </a:r>
            <a:r>
              <a:rPr lang="en-US" dirty="0" err="1"/>
              <a:t>hdr</a:t>
            </a:r>
            <a:r>
              <a:rPr lang="en-US" dirty="0"/>
              <a:t> und </a:t>
            </a:r>
            <a:r>
              <a:rPr lang="en-US" dirty="0" err="1"/>
              <a:t>stablisierung</a:t>
            </a:r>
            <a:r>
              <a:rPr lang="en-US" dirty="0"/>
              <a:t> </a:t>
            </a:r>
            <a:r>
              <a:rPr lang="en-US" dirty="0" err="1"/>
              <a:t>ausschalten</a:t>
            </a:r>
            <a:r>
              <a:rPr lang="en-US" dirty="0"/>
              <a:t>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1248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572E3D-D31C-FFE7-A763-B454F157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1061F1-A95C-5254-60BD-D0C417613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Bereiche</a:t>
            </a:r>
            <a:r>
              <a:rPr lang="en-US" dirty="0"/>
              <a:t> </a:t>
            </a:r>
            <a:r>
              <a:rPr lang="en-US" dirty="0" err="1"/>
              <a:t>zeigen</a:t>
            </a:r>
            <a:r>
              <a:rPr lang="en-US" dirty="0"/>
              <a:t> in </a:t>
            </a:r>
            <a:r>
              <a:rPr lang="en-US" dirty="0" err="1"/>
              <a:t>denen</a:t>
            </a:r>
            <a:r>
              <a:rPr lang="en-US" dirty="0"/>
              <a:t> </a:t>
            </a:r>
            <a:r>
              <a:rPr lang="en-US" dirty="0" err="1"/>
              <a:t>Scannen</a:t>
            </a:r>
            <a:r>
              <a:rPr lang="en-US" dirty="0"/>
              <a:t> + Fotos in Ordnung </a:t>
            </a:r>
            <a:r>
              <a:rPr lang="en-US" dirty="0" err="1"/>
              <a:t>sind</a:t>
            </a:r>
            <a:r>
              <a:rPr lang="en-US" dirty="0"/>
              <a:t> (map der Hochschule)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341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FDE49-B021-7E73-4C5A-A722551F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Auf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Scannen</a:t>
            </a:r>
            <a:r>
              <a:rPr lang="en-US" dirty="0"/>
              <a:t>!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2E8A9A-6AE1-FA77-8EE9-5F6E4A22B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Achtet</a:t>
            </a:r>
            <a:r>
              <a:rPr lang="en-US" dirty="0"/>
              <a:t> </a:t>
            </a:r>
            <a:r>
              <a:rPr lang="en-US" dirty="0" err="1"/>
              <a:t>darauf</a:t>
            </a:r>
            <a:r>
              <a:rPr lang="en-US" dirty="0"/>
              <a:t>: Was </a:t>
            </a:r>
            <a:r>
              <a:rPr lang="en-US" dirty="0" err="1"/>
              <a:t>spricht</a:t>
            </a:r>
            <a:r>
              <a:rPr lang="en-US" dirty="0"/>
              <a:t> </a:t>
            </a:r>
            <a:r>
              <a:rPr lang="en-US" dirty="0" err="1"/>
              <a:t>euch</a:t>
            </a:r>
            <a:r>
              <a:rPr lang="en-US" dirty="0"/>
              <a:t> an? Was </a:t>
            </a:r>
            <a:r>
              <a:rPr lang="en-US" dirty="0" err="1"/>
              <a:t>findet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schön</a:t>
            </a:r>
            <a:r>
              <a:rPr lang="en-US" dirty="0"/>
              <a:t>? Was </a:t>
            </a:r>
            <a:r>
              <a:rPr lang="en-US" dirty="0" err="1"/>
              <a:t>könnte</a:t>
            </a:r>
            <a:r>
              <a:rPr lang="en-US" dirty="0"/>
              <a:t> in der Zukunft </a:t>
            </a:r>
            <a:r>
              <a:rPr lang="en-US" dirty="0" err="1"/>
              <a:t>eine</a:t>
            </a:r>
            <a:r>
              <a:rPr lang="en-US" dirty="0"/>
              <a:t> Rolle </a:t>
            </a:r>
            <a:r>
              <a:rPr lang="en-US" dirty="0" err="1"/>
              <a:t>spielen</a:t>
            </a:r>
            <a:r>
              <a:rPr lang="en-US" dirty="0"/>
              <a:t>?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682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Breitbild</PresentationFormat>
  <Paragraphs>32</Paragraphs>
  <Slides>8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Willkommen an der Hochschule Düsseldorf</vt:lpstr>
      <vt:lpstr>Zeitkapsel – ich im morgen</vt:lpstr>
      <vt:lpstr>Ablauf des Tages</vt:lpstr>
      <vt:lpstr>Beispiel Ergebnis</vt:lpstr>
      <vt:lpstr>3D Scans erstellen</vt:lpstr>
      <vt:lpstr>PowerPoint-Präsentation</vt:lpstr>
      <vt:lpstr>PowerPoint-Präsentation</vt:lpstr>
      <vt:lpstr>Auf zum Scannen!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Just-Bertsche, Katharina</dc:creator>
  <cp:lastModifiedBy>Just-Bertsche, Katharina</cp:lastModifiedBy>
  <cp:revision>3</cp:revision>
  <dcterms:created xsi:type="dcterms:W3CDTF">2025-12-04T11:42:28Z</dcterms:created>
  <dcterms:modified xsi:type="dcterms:W3CDTF">2026-03-23T11:49:03Z</dcterms:modified>
</cp:coreProperties>
</file>